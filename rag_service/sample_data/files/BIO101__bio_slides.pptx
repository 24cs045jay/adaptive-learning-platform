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Biology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Photosynthesis occurs in the chloroplasts of plant cells. Chlorophyll absorbs light energy, which is used to convert carbon dioxide and water into glucose and oxygen.</a:t>
            </a:r>
          </a:p>
          <a:p>
            <a:r>
              <a:t>Mitochondria are the organelles that produce most of the cell's ATP through cellular respiration. They have a double membrane and their own circular DNA.</a:t>
            </a:r>
          </a:p>
          <a:p>
            <a:r>
              <a:t>The cell membrane is a phospholipid bilayer. It is selectively permeable and controls which substances enter and leave the cell. Osmosis is the diffusion of water across this membrane.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